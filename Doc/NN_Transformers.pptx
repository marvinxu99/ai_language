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9"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125F-624E-43B7-2F5A-1311718502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95E3162-CA86-973A-8E04-0D8337224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9B28F4A3-7419-B80C-9D75-A1B884C04665}"/>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F7C40289-BD59-675A-2E66-9891E0AAE9A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CB51321-E99D-817E-1DFB-3DF95594A810}"/>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934088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12F1-32DF-0E78-6621-134938AB8AA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C4A933C-44D5-6646-AA5B-A390A945F7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6A7D820-0317-1586-1D94-7FB48A9F85A3}"/>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2D483FB4-09E4-1F46-B3B9-BF993153CB3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A64E809-B583-6239-DB59-9F645085F220}"/>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3625084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D894-AFD2-6A3E-34C0-B8F4F8EF06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14D9252-AD9C-425E-6F09-EBF4147F61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B3B5BF-943F-5BD6-5C0B-4AC183BBA614}"/>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BA3D2BBE-6A16-4ACB-1361-E8E55CB4CD9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B2D6951-47F6-EED4-BD1F-092DB21687B4}"/>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2794142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4D813-4CC0-B5B9-7E59-B7E0A4881D8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8E89A26-BF60-417C-8C71-9C4A0010AA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FCAEB43-3D29-8873-23B1-1ABBC2A46F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3511530-E576-01B7-D55B-DBDE1E98E2C4}"/>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6" name="Footer Placeholder 5">
            <a:extLst>
              <a:ext uri="{FF2B5EF4-FFF2-40B4-BE49-F238E27FC236}">
                <a16:creationId xmlns:a16="http://schemas.microsoft.com/office/drawing/2014/main" id="{FDA5C443-4B47-09B2-B02B-143F2FD29ED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ACBCFF7-1593-BA0F-DD95-8B9F3FAFD85E}"/>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4286499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8A03-5AB2-1A70-7BD1-8918FC08E51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29642A7-194C-8339-E149-00CA73C591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352870-135B-EDB8-A812-4ABB871945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F5765E3D-E572-8EA8-56A3-1E0C2D1E8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302537-35C9-893C-305F-AEA3C0B752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3753758-2AE4-292D-059C-769E05D38C0A}"/>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8" name="Footer Placeholder 7">
            <a:extLst>
              <a:ext uri="{FF2B5EF4-FFF2-40B4-BE49-F238E27FC236}">
                <a16:creationId xmlns:a16="http://schemas.microsoft.com/office/drawing/2014/main" id="{E626B3A5-F73A-81BE-520A-686ACB185C5F}"/>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1ABBD4C-C2F4-A653-46BD-412003EA77E1}"/>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4240378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0B34-B538-5213-A940-D4FCFEB8D61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4302DA1-A553-B0E4-4E5A-45055D25AFAC}"/>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4" name="Footer Placeholder 3">
            <a:extLst>
              <a:ext uri="{FF2B5EF4-FFF2-40B4-BE49-F238E27FC236}">
                <a16:creationId xmlns:a16="http://schemas.microsoft.com/office/drawing/2014/main" id="{27E13F77-451B-D8BE-7DB2-BF30E78DBFD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2DA89CA-75F7-29C0-F65A-2B71984996D8}"/>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1499663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439B87-9389-318B-7B54-D22D95EB366F}"/>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3" name="Footer Placeholder 2">
            <a:extLst>
              <a:ext uri="{FF2B5EF4-FFF2-40B4-BE49-F238E27FC236}">
                <a16:creationId xmlns:a16="http://schemas.microsoft.com/office/drawing/2014/main" id="{9D38FE8C-EF0A-316B-7717-D7BD020CA39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5008DF4D-2DF8-0662-CA88-87D4967619B1}"/>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336034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BBE9-DEBC-9CD6-5648-60D040A095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5B2A4E7-5442-4508-20CC-D39ADCC71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1520D86-C14C-4166-1E05-A71E1BAE8C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2F56E2-C0F3-CF7C-FA6F-F3F53B431D3E}"/>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6" name="Footer Placeholder 5">
            <a:extLst>
              <a:ext uri="{FF2B5EF4-FFF2-40B4-BE49-F238E27FC236}">
                <a16:creationId xmlns:a16="http://schemas.microsoft.com/office/drawing/2014/main" id="{B1A79B64-E78F-3840-52B5-0057CCE7112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6580C9B-10D4-37B4-0453-FD8223D6A227}"/>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48835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4F82-BB3A-4691-046D-10FAF3E5F6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27A0AEE-B006-DA21-623C-DDB70D8435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83FA659A-CC47-3F69-2ABC-134BE9B99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9C94F-3AC6-1D0D-FEAF-74B0D4C15D7B}"/>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6" name="Footer Placeholder 5">
            <a:extLst>
              <a:ext uri="{FF2B5EF4-FFF2-40B4-BE49-F238E27FC236}">
                <a16:creationId xmlns:a16="http://schemas.microsoft.com/office/drawing/2014/main" id="{710B532B-8C08-BCF5-309A-C6B48BA251E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CAAC781-3231-FFD7-0053-8157810D4BC4}"/>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2922602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49293-8F13-D2DA-30AF-867C4BB3F44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BB92CDF-CDE0-8786-41B4-2A44E44A34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BB71DC3-84E4-336D-BF19-72E234332268}"/>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56577C69-9136-8A39-B9D3-15D331550EC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FCE371C-62ED-CF64-AC91-150B76277B6C}"/>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2854671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FB86E5-CEF7-7EE7-D47C-C3E8ADED64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2F9AD31-FD6F-8D95-8B8E-6D77AE1EF3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5AAB6D6-1443-4954-33C9-25B85495C364}"/>
              </a:ext>
            </a:extLst>
          </p:cNvPr>
          <p:cNvSpPr>
            <a:spLocks noGrp="1"/>
          </p:cNvSpPr>
          <p:nvPr>
            <p:ph type="dt" sz="half" idx="10"/>
          </p:nvPr>
        </p:nvSpPr>
        <p:spPr/>
        <p:txBody>
          <a:body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C4E5FFEA-1CD1-AAA6-F803-0B724AA488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FB70EFB-9102-2B94-FE3B-2AD5EF12AA61}"/>
              </a:ext>
            </a:extLst>
          </p:cNvPr>
          <p:cNvSpPr>
            <a:spLocks noGrp="1"/>
          </p:cNvSpPr>
          <p:nvPr>
            <p:ph type="sldNum" sz="quarter" idx="12"/>
          </p:nvPr>
        </p:nvSpPr>
        <p:spPr/>
        <p:txBody>
          <a:bodyPr/>
          <a:lstStyle/>
          <a:p>
            <a:fld id="{6A897867-6615-43B9-A73B-56EB37E1D500}" type="slidenum">
              <a:rPr lang="en-CA" smtClean="0"/>
              <a:t>‹#›</a:t>
            </a:fld>
            <a:endParaRPr lang="en-CA"/>
          </a:p>
        </p:txBody>
      </p:sp>
    </p:spTree>
    <p:extLst>
      <p:ext uri="{BB962C8B-B14F-4D97-AF65-F5344CB8AC3E}">
        <p14:creationId xmlns:p14="http://schemas.microsoft.com/office/powerpoint/2010/main" val="21079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DE9918-26C9-02D8-3F87-33EC6DDF2F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9B0CFE5-65B5-A81A-1E09-C5958893B4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1C218D0-39E4-957D-9F8B-4649F1E67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9F670F-83AC-4ADA-9F59-ECF0488013E9}" type="datetimeFigureOut">
              <a:rPr lang="en-CA" smtClean="0"/>
              <a:t>2025-11-11</a:t>
            </a:fld>
            <a:endParaRPr lang="en-CA"/>
          </a:p>
        </p:txBody>
      </p:sp>
      <p:sp>
        <p:nvSpPr>
          <p:cNvPr id="5" name="Footer Placeholder 4">
            <a:extLst>
              <a:ext uri="{FF2B5EF4-FFF2-40B4-BE49-F238E27FC236}">
                <a16:creationId xmlns:a16="http://schemas.microsoft.com/office/drawing/2014/main" id="{63017A47-C108-8F67-6DF8-EF9EF3BAB0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E362ABF-D7D7-0C2F-EE9E-BC72219F83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897867-6615-43B9-A73B-56EB37E1D500}" type="slidenum">
              <a:rPr lang="en-CA" smtClean="0"/>
              <a:t>‹#›</a:t>
            </a:fld>
            <a:endParaRPr lang="en-CA"/>
          </a:p>
        </p:txBody>
      </p:sp>
    </p:spTree>
    <p:extLst>
      <p:ext uri="{BB962C8B-B14F-4D97-AF65-F5344CB8AC3E}">
        <p14:creationId xmlns:p14="http://schemas.microsoft.com/office/powerpoint/2010/main" val="1026030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oloclub.github.io/transformer-explainer/" TargetMode="External"/><Relationship Id="rId2" Type="http://schemas.openxmlformats.org/officeDocument/2006/relationships/hyperlink" Target="https://www.youtube.com/watch?v=ZhAz268Hdp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oloclub.github.io/transformer-explain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aircAruvnK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5DD0-02E1-6F70-CA31-3B1F8C3CA4CA}"/>
              </a:ext>
            </a:extLst>
          </p:cNvPr>
          <p:cNvSpPr>
            <a:spLocks noGrp="1"/>
          </p:cNvSpPr>
          <p:nvPr>
            <p:ph type="ctrTitle"/>
          </p:nvPr>
        </p:nvSpPr>
        <p:spPr/>
        <p:txBody>
          <a:bodyPr/>
          <a:lstStyle/>
          <a:p>
            <a:r>
              <a:rPr lang="en-CA" dirty="0"/>
              <a:t>Learning Transformers</a:t>
            </a:r>
          </a:p>
        </p:txBody>
      </p:sp>
      <p:sp>
        <p:nvSpPr>
          <p:cNvPr id="3" name="Subtitle 2">
            <a:extLst>
              <a:ext uri="{FF2B5EF4-FFF2-40B4-BE49-F238E27FC236}">
                <a16:creationId xmlns:a16="http://schemas.microsoft.com/office/drawing/2014/main" id="{F06402EC-2736-37E3-3A41-23BFFE6E2228}"/>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1390399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A7464-2020-A560-F37C-31845F050F16}"/>
              </a:ext>
            </a:extLst>
          </p:cNvPr>
          <p:cNvSpPr>
            <a:spLocks noGrp="1"/>
          </p:cNvSpPr>
          <p:nvPr>
            <p:ph type="title"/>
          </p:nvPr>
        </p:nvSpPr>
        <p:spPr/>
        <p:txBody>
          <a:bodyPr/>
          <a:lstStyle/>
          <a:p>
            <a:r>
              <a:rPr lang="en-CA" dirty="0"/>
              <a:t>Word Embedding</a:t>
            </a:r>
          </a:p>
        </p:txBody>
      </p:sp>
      <p:sp>
        <p:nvSpPr>
          <p:cNvPr id="3" name="Content Placeholder 2">
            <a:extLst>
              <a:ext uri="{FF2B5EF4-FFF2-40B4-BE49-F238E27FC236}">
                <a16:creationId xmlns:a16="http://schemas.microsoft.com/office/drawing/2014/main" id="{FFB52473-FF4A-4914-7B8D-2B3ABF12E827}"/>
              </a:ext>
            </a:extLst>
          </p:cNvPr>
          <p:cNvSpPr>
            <a:spLocks noGrp="1"/>
          </p:cNvSpPr>
          <p:nvPr>
            <p:ph idx="1"/>
          </p:nvPr>
        </p:nvSpPr>
        <p:spPr/>
        <p:txBody>
          <a:bodyPr>
            <a:normAutofit/>
          </a:bodyPr>
          <a:lstStyle/>
          <a:p>
            <a:r>
              <a:rPr lang="en-CA" sz="1600" dirty="0">
                <a:hlinkClick r:id="rId2"/>
              </a:rPr>
              <a:t>Transformers explained - https://www.youtube.com/watch?v=ZhAz268Hdpw</a:t>
            </a:r>
            <a:endParaRPr lang="en-CA" sz="1600" dirty="0"/>
          </a:p>
          <a:p>
            <a:r>
              <a:rPr lang="en-CA" sz="1600" dirty="0"/>
              <a:t>Words are represented in numbers (vector)  - input features</a:t>
            </a:r>
          </a:p>
          <a:p>
            <a:r>
              <a:rPr lang="en-CA" sz="1600" dirty="0"/>
              <a:t>Google’s Word2Vec has 300 dimensions</a:t>
            </a:r>
          </a:p>
          <a:p>
            <a:r>
              <a:rPr lang="en-CA" sz="1600" dirty="0"/>
              <a:t>ChatGPT use a 1200 dimensions</a:t>
            </a:r>
          </a:p>
          <a:p>
            <a:endParaRPr lang="en-CA" sz="1600" dirty="0"/>
          </a:p>
          <a:p>
            <a:r>
              <a:rPr lang="en-CA" sz="1600" dirty="0">
                <a:hlinkClick r:id="rId3"/>
              </a:rPr>
              <a:t>Transformer Explainer: LLM Transformer Model Visually Explained</a:t>
            </a:r>
            <a:endParaRPr lang="en-CA" sz="1600" dirty="0"/>
          </a:p>
          <a:p>
            <a:endParaRPr lang="en-CA" sz="1600" dirty="0"/>
          </a:p>
          <a:p>
            <a:r>
              <a:rPr lang="en-CA" sz="1600" dirty="0" err="1"/>
              <a:t>Youtube</a:t>
            </a:r>
            <a:r>
              <a:rPr lang="en-CA" sz="1600" dirty="0"/>
              <a:t> videos by 3blue1brown</a:t>
            </a:r>
          </a:p>
        </p:txBody>
      </p:sp>
    </p:spTree>
    <p:extLst>
      <p:ext uri="{BB962C8B-B14F-4D97-AF65-F5344CB8AC3E}">
        <p14:creationId xmlns:p14="http://schemas.microsoft.com/office/powerpoint/2010/main" val="286256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0089-DD65-4FF5-B6DC-BF5C52FF5CCF}"/>
              </a:ext>
            </a:extLst>
          </p:cNvPr>
          <p:cNvSpPr>
            <a:spLocks noGrp="1"/>
          </p:cNvSpPr>
          <p:nvPr>
            <p:ph type="title"/>
          </p:nvPr>
        </p:nvSpPr>
        <p:spPr/>
        <p:txBody>
          <a:bodyPr/>
          <a:lstStyle/>
          <a:p>
            <a:r>
              <a:rPr lang="en-CA" dirty="0"/>
              <a:t>What is a Transformer?</a:t>
            </a:r>
          </a:p>
        </p:txBody>
      </p:sp>
      <p:sp>
        <p:nvSpPr>
          <p:cNvPr id="3" name="Content Placeholder 2">
            <a:extLst>
              <a:ext uri="{FF2B5EF4-FFF2-40B4-BE49-F238E27FC236}">
                <a16:creationId xmlns:a16="http://schemas.microsoft.com/office/drawing/2014/main" id="{CB948B64-C8B8-D54E-9A24-EA14F40F8EFD}"/>
              </a:ext>
            </a:extLst>
          </p:cNvPr>
          <p:cNvSpPr>
            <a:spLocks noGrp="1"/>
          </p:cNvSpPr>
          <p:nvPr>
            <p:ph idx="1"/>
          </p:nvPr>
        </p:nvSpPr>
        <p:spPr/>
        <p:txBody>
          <a:bodyPr>
            <a:normAutofit/>
          </a:bodyPr>
          <a:lstStyle/>
          <a:p>
            <a:r>
              <a:rPr lang="en-CA" sz="1400" dirty="0">
                <a:hlinkClick r:id="rId2"/>
              </a:rPr>
              <a:t>https://poloclub.github.io/transformer-explainer/</a:t>
            </a:r>
            <a:r>
              <a:rPr lang="en-CA" sz="1400" dirty="0"/>
              <a:t> </a:t>
            </a:r>
          </a:p>
          <a:p>
            <a:r>
              <a:rPr lang="en-CA" sz="1400" dirty="0"/>
              <a:t>Transformer Architecture</a:t>
            </a:r>
          </a:p>
          <a:p>
            <a:r>
              <a:rPr lang="en-US" sz="1500" dirty="0"/>
              <a:t>Every text-generative Transformer consists of these </a:t>
            </a:r>
            <a:r>
              <a:rPr lang="en-US" sz="1500" b="1" dirty="0"/>
              <a:t>three key components</a:t>
            </a:r>
            <a:r>
              <a:rPr lang="en-US" sz="1500" dirty="0"/>
              <a:t>:</a:t>
            </a:r>
          </a:p>
          <a:p>
            <a:r>
              <a:rPr lang="en-US" sz="1500" b="1" dirty="0"/>
              <a:t>Embedding</a:t>
            </a:r>
            <a:r>
              <a:rPr lang="en-US" sz="1500" dirty="0"/>
              <a:t>: Text input is divided into smaller units called tokens, which can be words or </a:t>
            </a:r>
            <a:r>
              <a:rPr lang="en-US" sz="1500" dirty="0" err="1"/>
              <a:t>subwords</a:t>
            </a:r>
            <a:r>
              <a:rPr lang="en-US" sz="1500" dirty="0"/>
              <a:t>. These tokens are converted into numerical vectors called embeddings, which capture the semantic meaning of words.</a:t>
            </a:r>
          </a:p>
          <a:p>
            <a:r>
              <a:rPr lang="en-US" sz="1500" b="1" dirty="0"/>
              <a:t>Transformer Block</a:t>
            </a:r>
            <a:r>
              <a:rPr lang="en-US" sz="1500" dirty="0"/>
              <a:t> is the fundamental building block of the model that processes and transforms the input data. Each block includes:</a:t>
            </a:r>
          </a:p>
          <a:p>
            <a:pPr lvl="1"/>
            <a:r>
              <a:rPr lang="en-US" sz="1500" b="1" dirty="0"/>
              <a:t>Attention Mechanism</a:t>
            </a:r>
            <a:r>
              <a:rPr lang="en-US" sz="1500" dirty="0"/>
              <a:t>, the core component of the Transformer block. It allows tokens to communicate with other tokens, capturing contextual information and relationships between words.</a:t>
            </a:r>
          </a:p>
          <a:p>
            <a:pPr lvl="1"/>
            <a:r>
              <a:rPr lang="en-US" sz="1500" b="1" dirty="0"/>
              <a:t>MLP (Multilayer Perceptron) Layer</a:t>
            </a:r>
            <a:r>
              <a:rPr lang="en-US" sz="1500" dirty="0"/>
              <a:t>, a feed-forward network that operates on each token independently. While the goal of the attention layer is to route information between tokens, the goal of the MLP is to refine each token's representation.</a:t>
            </a:r>
          </a:p>
          <a:p>
            <a:r>
              <a:rPr lang="en-US" sz="1500" b="1" dirty="0"/>
              <a:t>Output Probabilities</a:t>
            </a:r>
            <a:r>
              <a:rPr lang="en-US" sz="1500" dirty="0"/>
              <a:t>: The final linear and </a:t>
            </a:r>
            <a:r>
              <a:rPr lang="en-US" sz="1500" dirty="0" err="1"/>
              <a:t>softmax</a:t>
            </a:r>
            <a:r>
              <a:rPr lang="en-US" sz="1500" dirty="0"/>
              <a:t> layers transform the processed embeddings into probabilities, enabling the model to make predictions about the next token in a sequence.</a:t>
            </a:r>
          </a:p>
          <a:p>
            <a:endParaRPr lang="en-CA" sz="1400" dirty="0"/>
          </a:p>
          <a:p>
            <a:endParaRPr lang="en-CA" sz="1400" dirty="0"/>
          </a:p>
        </p:txBody>
      </p:sp>
    </p:spTree>
    <p:extLst>
      <p:ext uri="{BB962C8B-B14F-4D97-AF65-F5344CB8AC3E}">
        <p14:creationId xmlns:p14="http://schemas.microsoft.com/office/powerpoint/2010/main" val="812609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D6EB2C-A317-0FD8-639F-C57D6D98AABA}"/>
              </a:ext>
            </a:extLst>
          </p:cNvPr>
          <p:cNvPicPr>
            <a:picLocks noChangeAspect="1"/>
          </p:cNvPicPr>
          <p:nvPr/>
        </p:nvPicPr>
        <p:blipFill>
          <a:blip r:embed="rId2"/>
          <a:stretch>
            <a:fillRect/>
          </a:stretch>
        </p:blipFill>
        <p:spPr>
          <a:xfrm>
            <a:off x="1034745" y="0"/>
            <a:ext cx="10122509" cy="6858000"/>
          </a:xfrm>
          <a:prstGeom prst="rect">
            <a:avLst/>
          </a:prstGeom>
        </p:spPr>
      </p:pic>
    </p:spTree>
    <p:extLst>
      <p:ext uri="{BB962C8B-B14F-4D97-AF65-F5344CB8AC3E}">
        <p14:creationId xmlns:p14="http://schemas.microsoft.com/office/powerpoint/2010/main" val="4021695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B0ED-AF6C-E80F-AA2E-251DE2DBA71D}"/>
              </a:ext>
            </a:extLst>
          </p:cNvPr>
          <p:cNvSpPr>
            <a:spLocks noGrp="1"/>
          </p:cNvSpPr>
          <p:nvPr>
            <p:ph type="title"/>
          </p:nvPr>
        </p:nvSpPr>
        <p:spPr/>
        <p:txBody>
          <a:bodyPr/>
          <a:lstStyle/>
          <a:p>
            <a:r>
              <a:rPr lang="en-CA" dirty="0"/>
              <a:t>From 3Blue1Brown</a:t>
            </a:r>
          </a:p>
        </p:txBody>
      </p:sp>
      <p:pic>
        <p:nvPicPr>
          <p:cNvPr id="5" name="Content Placeholder 4">
            <a:extLst>
              <a:ext uri="{FF2B5EF4-FFF2-40B4-BE49-F238E27FC236}">
                <a16:creationId xmlns:a16="http://schemas.microsoft.com/office/drawing/2014/main" id="{802082AA-1899-5B81-C28B-812023CF81AC}"/>
              </a:ext>
            </a:extLst>
          </p:cNvPr>
          <p:cNvPicPr>
            <a:picLocks noGrp="1" noChangeAspect="1"/>
          </p:cNvPicPr>
          <p:nvPr>
            <p:ph idx="1"/>
          </p:nvPr>
        </p:nvPicPr>
        <p:blipFill>
          <a:blip r:embed="rId2"/>
          <a:stretch>
            <a:fillRect/>
          </a:stretch>
        </p:blipFill>
        <p:spPr>
          <a:xfrm>
            <a:off x="838200" y="1807695"/>
            <a:ext cx="9477668" cy="4351338"/>
          </a:xfrm>
          <a:prstGeom prst="rect">
            <a:avLst/>
          </a:prstGeom>
        </p:spPr>
      </p:pic>
    </p:spTree>
    <p:extLst>
      <p:ext uri="{BB962C8B-B14F-4D97-AF65-F5344CB8AC3E}">
        <p14:creationId xmlns:p14="http://schemas.microsoft.com/office/powerpoint/2010/main" val="312244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047EA-D849-DEEC-EE4F-404F5F1B04DD}"/>
              </a:ext>
            </a:extLst>
          </p:cNvPr>
          <p:cNvSpPr>
            <a:spLocks noGrp="1"/>
          </p:cNvSpPr>
          <p:nvPr>
            <p:ph type="title"/>
          </p:nvPr>
        </p:nvSpPr>
        <p:spPr/>
        <p:txBody>
          <a:bodyPr/>
          <a:lstStyle/>
          <a:p>
            <a:r>
              <a:rPr lang="en-CA" dirty="0"/>
              <a:t>Neural Network</a:t>
            </a:r>
          </a:p>
        </p:txBody>
      </p:sp>
      <p:sp>
        <p:nvSpPr>
          <p:cNvPr id="3" name="Content Placeholder 2">
            <a:extLst>
              <a:ext uri="{FF2B5EF4-FFF2-40B4-BE49-F238E27FC236}">
                <a16:creationId xmlns:a16="http://schemas.microsoft.com/office/drawing/2014/main" id="{1CD0C057-61AD-01D4-FFFC-AC52B802A954}"/>
              </a:ext>
            </a:extLst>
          </p:cNvPr>
          <p:cNvSpPr>
            <a:spLocks noGrp="1"/>
          </p:cNvSpPr>
          <p:nvPr>
            <p:ph idx="1"/>
          </p:nvPr>
        </p:nvSpPr>
        <p:spPr/>
        <p:txBody>
          <a:bodyPr>
            <a:normAutofit/>
          </a:bodyPr>
          <a:lstStyle/>
          <a:p>
            <a:r>
              <a:rPr lang="en-CA" sz="1400" dirty="0"/>
              <a:t>What is a Neural Network? </a:t>
            </a:r>
            <a:r>
              <a:rPr lang="en-CA" sz="1400" dirty="0">
                <a:hlinkClick r:id="rId2"/>
              </a:rPr>
              <a:t>https://www.youtube.com/watch?v=aircAruvnKk</a:t>
            </a:r>
            <a:r>
              <a:rPr lang="en-CA" sz="1400" dirty="0"/>
              <a:t> </a:t>
            </a:r>
          </a:p>
        </p:txBody>
      </p:sp>
    </p:spTree>
    <p:extLst>
      <p:ext uri="{BB962C8B-B14F-4D97-AF65-F5344CB8AC3E}">
        <p14:creationId xmlns:p14="http://schemas.microsoft.com/office/powerpoint/2010/main" val="2773998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3058</TotalTime>
  <Words>263</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Learning Transformers</vt:lpstr>
      <vt:lpstr>Word Embedding</vt:lpstr>
      <vt:lpstr>What is a Transformer?</vt:lpstr>
      <vt:lpstr>PowerPoint Presentation</vt:lpstr>
      <vt:lpstr>From 3Blue1Brown</vt:lpstr>
      <vt:lpstr>Neural Network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Marvin Xu</dc:creator>
  <cp:lastModifiedBy>Marvin Xu</cp:lastModifiedBy>
  <cp:revision>8</cp:revision>
  <dcterms:created xsi:type="dcterms:W3CDTF">2025-11-09T04:25:48Z</dcterms:created>
  <dcterms:modified xsi:type="dcterms:W3CDTF">2025-11-12T02:22:05Z</dcterms:modified>
</cp:coreProperties>
</file>