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125F-624E-43B7-2F5A-131171850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E3162-CA86-973A-8E04-0D8337224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8F4A3-7419-B80C-9D75-A1B884C0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40289-BD59-675A-2E66-9891E0AA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51321-E99D-817E-1DFB-3DF95594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408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12F1-32DF-0E78-6621-134938AB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A933C-44D5-6646-AA5B-A390A945F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D820-0317-1586-1D94-7FB48A9F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83FB4-09E4-1F46-B3B9-BF993153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4E809-B583-6239-DB59-9F645085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084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D894-AFD2-6A3E-34C0-B8F4F8EF0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D9252-AD9C-425E-6F09-EBF4147F6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3B5BF-943F-5BD6-5C0B-4AC183BB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D2BBE-6A16-4ACB-1361-E8E55CB4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D6951-47F6-EED4-BD1F-092DB216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14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D813-4CC0-B5B9-7E59-B7E0A488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9A26-BF60-417C-8C71-9C4A0010A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AEB43-3D29-8873-23B1-1ABBC2A46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11530-E576-01B7-D55B-DBDE1E98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C443-4B47-09B2-B02B-143F2FD2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BCFF7-1593-BA0F-DD95-8B9F3FAF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649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8A03-5AB2-1A70-7BD1-8918FC08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642A7-194C-8339-E149-00CA73C59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52870-135B-EDB8-A812-4ABB87194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65E3D-E572-8EA8-56A3-1E0C2D1E8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02537-35C9-893C-305F-AEA3C0B75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53758-2AE4-292D-059C-769E05D3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6B3A5-F73A-81BE-520A-686ACB18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BBD4C-C2F4-A653-46BD-412003EA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037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0B34-B538-5213-A940-D4FCFEB8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02DA1-A553-B0E4-4E5A-45055D25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13F77-451B-D8BE-7DB2-BF30E78D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A89CA-75F7-29C0-F65A-2B719849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9663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439B87-9389-318B-7B54-D22D95EB3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8FE8C-EF0A-316B-7717-D7BD020C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8DF4D-2DF8-0662-CA88-87D49676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03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BBE9-DEBC-9CD6-5648-60D040A0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A4E7-5442-4508-20CC-D39ADCC71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20D86-C14C-4166-1E05-A71E1BAE8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F56E2-C0F3-CF7C-FA6F-F3F53B43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79B64-E78F-3840-52B5-0057CCE7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0C9B-10D4-37B4-0453-FD8223D6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835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4F82-BB3A-4691-046D-10FAF3E5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A0AEE-B006-DA21-623C-DDB70D843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A659A-CC47-3F69-2ABC-134BE9B99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9C94F-3AC6-1D0D-FEAF-74B0D4C1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B532B-8C08-BCF5-309A-C6B48BA2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AC781-3231-FFD7-0053-8157810D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260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9293-8F13-D2DA-30AF-867C4BB3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92CDF-CDE0-8786-41B4-2A44E44A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1DC3-84E4-336D-BF19-72E23433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77C69-9136-8A39-B9D3-15D33155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E371C-62ED-CF64-AC91-150B7627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467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B86E5-CEF7-7EE7-D47C-C3E8ADED6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9AD31-FD6F-8D95-8B8E-6D77AE1EF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AB6D6-1443-4954-33C9-25B85495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5FFEA-1CD1-AAA6-F803-0B724AA4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70EFB-9102-2B94-FE3B-2AD5EF12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795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E9918-26C9-02D8-3F87-33EC6DDF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0CFE5-65B5-A81A-1E09-C5958893B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218D0-39E4-957D-9F8B-4649F1E67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F670F-83AC-4ADA-9F59-ECF0488013E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17A47-C108-8F67-6DF8-EF9EF3BAB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62ABF-D7D7-0C2F-EE9E-BC72219F8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97867-6615-43B9-A73B-56EB37E1D5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603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oloclub.github.io/transformer-explainer/" TargetMode="External"/><Relationship Id="rId2" Type="http://schemas.openxmlformats.org/officeDocument/2006/relationships/hyperlink" Target="https://www.youtube.com/watch?v=ZhAz268Hdp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ircAruvnK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5DD0-02E1-6F70-CA31-3B1F8C3CA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Learning 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402EC-2736-37E3-3A41-23BFFE6E22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039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7464-2020-A560-F37C-31845F05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52473-FF4A-4914-7B8D-2B3ABF12E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1600" dirty="0">
                <a:hlinkClick r:id="rId2"/>
              </a:rPr>
              <a:t>Transformers explained - https://www.youtube.com/watch?v=ZhAz268Hdpw</a:t>
            </a:r>
            <a:endParaRPr lang="en-CA" sz="1600" dirty="0"/>
          </a:p>
          <a:p>
            <a:r>
              <a:rPr lang="en-CA" sz="1600" dirty="0"/>
              <a:t>Words are represented in numbers (vector)  - input features</a:t>
            </a:r>
          </a:p>
          <a:p>
            <a:r>
              <a:rPr lang="en-CA" sz="1600" dirty="0"/>
              <a:t>Google’s Word2Vec has 300 dimensions</a:t>
            </a:r>
          </a:p>
          <a:p>
            <a:r>
              <a:rPr lang="en-CA" sz="1600" dirty="0"/>
              <a:t>ChatGPT use a 1200 dimensions</a:t>
            </a:r>
          </a:p>
          <a:p>
            <a:endParaRPr lang="en-CA" sz="1600" dirty="0"/>
          </a:p>
          <a:p>
            <a:r>
              <a:rPr lang="en-CA" sz="1600" dirty="0">
                <a:hlinkClick r:id="rId3"/>
              </a:rPr>
              <a:t>Transformer Explainer: LLM Transformer Model Visually Explained</a:t>
            </a:r>
            <a:endParaRPr lang="en-CA" sz="1600" dirty="0"/>
          </a:p>
          <a:p>
            <a:endParaRPr lang="en-CA" sz="1600" dirty="0"/>
          </a:p>
          <a:p>
            <a:r>
              <a:rPr lang="en-CA" sz="1600" dirty="0" err="1"/>
              <a:t>Youtube</a:t>
            </a:r>
            <a:r>
              <a:rPr lang="en-CA" sz="1600" dirty="0"/>
              <a:t> videos by 3blue1brown</a:t>
            </a:r>
          </a:p>
        </p:txBody>
      </p:sp>
    </p:spTree>
    <p:extLst>
      <p:ext uri="{BB962C8B-B14F-4D97-AF65-F5344CB8AC3E}">
        <p14:creationId xmlns:p14="http://schemas.microsoft.com/office/powerpoint/2010/main" val="28625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47EA-D849-DEEC-EE4F-404F5F1B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C057-61AD-01D4-FFFC-AC52B802A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1400" dirty="0"/>
              <a:t>What is a Neural Network? </a:t>
            </a:r>
            <a:r>
              <a:rPr lang="en-CA" sz="1400" dirty="0">
                <a:hlinkClick r:id="rId2"/>
              </a:rPr>
              <a:t>https://www.youtube.com/watch?v=aircAruvnKk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399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74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Learning Transformers</vt:lpstr>
      <vt:lpstr>Word Embedding</vt:lpstr>
      <vt:lpstr>Neural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Marvin Xu</dc:creator>
  <cp:lastModifiedBy>Marvin Xu</cp:lastModifiedBy>
  <cp:revision>6</cp:revision>
  <dcterms:created xsi:type="dcterms:W3CDTF">2025-11-09T04:25:48Z</dcterms:created>
  <dcterms:modified xsi:type="dcterms:W3CDTF">2025-11-09T23:34:06Z</dcterms:modified>
</cp:coreProperties>
</file>